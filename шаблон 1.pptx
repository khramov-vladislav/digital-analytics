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6489700" cy="91821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487323" y="1503499"/>
            <a:ext cx="5522992" cy="319839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812204" y="4825229"/>
            <a:ext cx="4873231" cy="22180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700"/>
            </a:lvl1pPr>
            <a:lvl2pPr marL="0" indent="0" algn="ctr">
              <a:buSzTx/>
              <a:buFontTx/>
              <a:buNone/>
              <a:defRPr sz="1700"/>
            </a:lvl2pPr>
            <a:lvl3pPr marL="0" indent="0" algn="ctr">
              <a:buSzTx/>
              <a:buFontTx/>
              <a:buNone/>
              <a:defRPr sz="1700"/>
            </a:lvl3pPr>
            <a:lvl4pPr marL="0" indent="0" algn="ctr">
              <a:buSzTx/>
              <a:buFontTx/>
              <a:buNone/>
              <a:defRPr sz="1700"/>
            </a:lvl4pPr>
            <a:lvl5pPr marL="0" indent="0" algn="ctr">
              <a:buSzTx/>
              <a:buFontTx/>
              <a:buNone/>
              <a:defRPr sz="17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1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xfrm>
            <a:off x="443327" y="2290339"/>
            <a:ext cx="5604216" cy="382148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0" name="Уровень текста 1…"/>
          <p:cNvSpPr txBox="1"/>
          <p:nvPr>
            <p:ph type="body" sz="quarter" idx="1"/>
          </p:nvPr>
        </p:nvSpPr>
        <p:spPr>
          <a:xfrm>
            <a:off x="443327" y="6147970"/>
            <a:ext cx="5604216" cy="200962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" name="Уровень текста 1…"/>
          <p:cNvSpPr txBox="1"/>
          <p:nvPr>
            <p:ph type="body" sz="half" idx="1"/>
          </p:nvPr>
        </p:nvSpPr>
        <p:spPr>
          <a:xfrm>
            <a:off x="446711" y="2445577"/>
            <a:ext cx="2761498" cy="582898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/>
          <p:nvPr>
            <p:ph type="title"/>
          </p:nvPr>
        </p:nvSpPr>
        <p:spPr>
          <a:xfrm>
            <a:off x="447559" y="489115"/>
            <a:ext cx="5604213" cy="1775705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8" name="Уровень текста 1…"/>
          <p:cNvSpPr txBox="1"/>
          <p:nvPr>
            <p:ph type="body" sz="quarter" idx="1"/>
          </p:nvPr>
        </p:nvSpPr>
        <p:spPr>
          <a:xfrm>
            <a:off x="447559" y="2252058"/>
            <a:ext cx="2748808" cy="110370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700"/>
            </a:lvl1pPr>
            <a:lvl2pPr marL="0" indent="0">
              <a:buSzTx/>
              <a:buFontTx/>
              <a:buNone/>
              <a:defRPr sz="1700"/>
            </a:lvl2pPr>
            <a:lvl3pPr marL="0" indent="0">
              <a:buSzTx/>
              <a:buFontTx/>
              <a:buNone/>
              <a:defRPr sz="1700"/>
            </a:lvl3pPr>
            <a:lvl4pPr marL="0" indent="0">
              <a:buSzTx/>
              <a:buFontTx/>
              <a:buNone/>
              <a:defRPr sz="1700"/>
            </a:lvl4pPr>
            <a:lvl5pPr marL="0" indent="0">
              <a:buSzTx/>
              <a:buFontTx/>
              <a:buNone/>
              <a:defRPr sz="17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3289429" y="2252058"/>
            <a:ext cx="2762344" cy="1103701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447559" y="612458"/>
            <a:ext cx="2095657" cy="2143601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half" idx="1"/>
          </p:nvPr>
        </p:nvSpPr>
        <p:spPr>
          <a:xfrm>
            <a:off x="2762343" y="1322739"/>
            <a:ext cx="3289430" cy="652862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12977" indent="-188090">
              <a:defRPr sz="2200"/>
            </a:lvl2pPr>
            <a:lvl3pPr marL="859992" indent="-210220">
              <a:defRPr sz="2200"/>
            </a:lvl3pPr>
            <a:lvl4pPr marL="1229925" indent="-255266">
              <a:defRPr sz="2200"/>
            </a:lvl4pPr>
            <a:lvl5pPr marL="1554811" indent="-255266">
              <a:defRPr sz="22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47559" y="2756057"/>
            <a:ext cx="2095658" cy="510594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/>
          <p:nvPr>
            <p:ph type="title"/>
          </p:nvPr>
        </p:nvSpPr>
        <p:spPr>
          <a:xfrm>
            <a:off x="447559" y="612458"/>
            <a:ext cx="2095657" cy="2143601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762343" y="1322739"/>
            <a:ext cx="3289430" cy="65286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Уровень текста 1…"/>
          <p:cNvSpPr txBox="1"/>
          <p:nvPr>
            <p:ph type="body" sz="quarter" idx="1"/>
          </p:nvPr>
        </p:nvSpPr>
        <p:spPr>
          <a:xfrm>
            <a:off x="447559" y="2756057"/>
            <a:ext cx="2095657" cy="510594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100"/>
            </a:lvl1pPr>
            <a:lvl2pPr marL="0" indent="0">
              <a:buSzTx/>
              <a:buFontTx/>
              <a:buNone/>
              <a:defRPr sz="1100"/>
            </a:lvl2pPr>
            <a:lvl3pPr marL="0" indent="0">
              <a:buSzTx/>
              <a:buFontTx/>
              <a:buNone/>
              <a:defRPr sz="1100"/>
            </a:lvl3pPr>
            <a:lvl4pPr marL="0" indent="0">
              <a:buSzTx/>
              <a:buFontTx/>
              <a:buNone/>
              <a:defRPr sz="1100"/>
            </a:lvl4pPr>
            <a:lvl5pPr marL="0" indent="0">
              <a:buSzTx/>
              <a:buFontTx/>
              <a:buNone/>
              <a:defRPr sz="11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46711" y="489115"/>
            <a:ext cx="5604216" cy="177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46711" y="2445577"/>
            <a:ext cx="5604216" cy="582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5833778" y="8658213"/>
            <a:ext cx="217149" cy="20241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800">
                <a:solidFill>
                  <a:srgbClr val="757575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1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62443" marR="0" indent="-162443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506439" marR="0" indent="-181553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870230" marR="0" indent="-220458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231859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556745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881633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206518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2531404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2856291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9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mailto:pochta@yandex.ru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8372838">
            <a:off x="880532" y="6526138"/>
            <a:ext cx="6871566" cy="2849288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12"/>
          <p:cNvSpPr txBox="1"/>
          <p:nvPr/>
        </p:nvSpPr>
        <p:spPr>
          <a:xfrm>
            <a:off x="145130" y="1324075"/>
            <a:ext cx="3267765" cy="770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t>Константин</a:t>
            </a:r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t>Константинович </a:t>
            </a:r>
            <a:br/>
            <a:r>
              <a:t>Константинопольский</a:t>
            </a:r>
          </a:p>
        </p:txBody>
      </p:sp>
      <p:sp>
        <p:nvSpPr>
          <p:cNvPr id="96" name="TextBox 13"/>
          <p:cNvSpPr txBox="1"/>
          <p:nvPr/>
        </p:nvSpPr>
        <p:spPr>
          <a:xfrm>
            <a:off x="2840327" y="1654350"/>
            <a:ext cx="1286113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ea typeface="+mn-ea"/>
                <a:cs typeface="+mn-cs"/>
                <a:sym typeface="Arial"/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pochta@yandex.ru</a:t>
            </a:r>
          </a:p>
        </p:txBody>
      </p:sp>
      <p:sp>
        <p:nvSpPr>
          <p:cNvPr id="97" name="TextBox 14"/>
          <p:cNvSpPr txBox="1"/>
          <p:nvPr/>
        </p:nvSpPr>
        <p:spPr>
          <a:xfrm>
            <a:off x="2840327" y="1867682"/>
            <a:ext cx="1286113" cy="226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0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+7 (900) 000-00-00</a:t>
            </a:r>
          </a:p>
        </p:txBody>
      </p:sp>
      <p:sp>
        <p:nvSpPr>
          <p:cNvPr id="98" name="TextBox 16"/>
          <p:cNvSpPr txBox="1"/>
          <p:nvPr/>
        </p:nvSpPr>
        <p:spPr>
          <a:xfrm>
            <a:off x="185538" y="3134654"/>
            <a:ext cx="1992458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Образование</a:t>
            </a:r>
          </a:p>
        </p:txBody>
      </p:sp>
      <p:sp>
        <p:nvSpPr>
          <p:cNvPr id="99" name="TextBox 17"/>
          <p:cNvSpPr txBox="1"/>
          <p:nvPr/>
        </p:nvSpPr>
        <p:spPr>
          <a:xfrm>
            <a:off x="660937" y="3530892"/>
            <a:ext cx="1992458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Университет</a:t>
            </a:r>
          </a:p>
        </p:txBody>
      </p:sp>
      <p:sp>
        <p:nvSpPr>
          <p:cNvPr id="100" name="TextBox 18"/>
          <p:cNvSpPr txBox="1"/>
          <p:nvPr/>
        </p:nvSpPr>
        <p:spPr>
          <a:xfrm>
            <a:off x="658411" y="3735393"/>
            <a:ext cx="1286112" cy="20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2024 — 2024</a:t>
            </a:r>
          </a:p>
        </p:txBody>
      </p:sp>
      <p:sp>
        <p:nvSpPr>
          <p:cNvPr id="101" name="TextBox 19"/>
          <p:cNvSpPr txBox="1"/>
          <p:nvPr/>
        </p:nvSpPr>
        <p:spPr>
          <a:xfrm>
            <a:off x="658994" y="3957485"/>
            <a:ext cx="2774089" cy="5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Напиши сюда образовательные учреждения, в которых ты учишься/учился, укажи даты </a:t>
            </a:r>
            <a:br/>
            <a:r>
              <a:t>и направления обучения.</a:t>
            </a:r>
          </a:p>
        </p:txBody>
      </p:sp>
      <p:sp>
        <p:nvSpPr>
          <p:cNvPr id="102" name="TextBox 20"/>
          <p:cNvSpPr txBox="1"/>
          <p:nvPr/>
        </p:nvSpPr>
        <p:spPr>
          <a:xfrm>
            <a:off x="185538" y="4542014"/>
            <a:ext cx="1992458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Опыт работы</a:t>
            </a:r>
          </a:p>
        </p:txBody>
      </p:sp>
      <p:sp>
        <p:nvSpPr>
          <p:cNvPr id="103" name="TextBox 21"/>
          <p:cNvSpPr txBox="1"/>
          <p:nvPr/>
        </p:nvSpPr>
        <p:spPr>
          <a:xfrm>
            <a:off x="611284" y="4952899"/>
            <a:ext cx="1992459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104" name="TextBox 22"/>
          <p:cNvSpPr txBox="1"/>
          <p:nvPr/>
        </p:nvSpPr>
        <p:spPr>
          <a:xfrm>
            <a:off x="608759" y="5157400"/>
            <a:ext cx="1286112" cy="20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2024 — 2024</a:t>
            </a:r>
          </a:p>
        </p:txBody>
      </p:sp>
      <p:sp>
        <p:nvSpPr>
          <p:cNvPr id="105" name="TextBox 23"/>
          <p:cNvSpPr txBox="1"/>
          <p:nvPr/>
        </p:nvSpPr>
        <p:spPr>
          <a:xfrm>
            <a:off x="609342" y="5379492"/>
            <a:ext cx="2774089" cy="5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Если ты уже получил опыт работы, напиши названия организаций, свою должность и краткую характеристику своих обязанностей.</a:t>
            </a:r>
          </a:p>
        </p:txBody>
      </p:sp>
      <p:sp>
        <p:nvSpPr>
          <p:cNvPr id="106" name="TextBox 24"/>
          <p:cNvSpPr txBox="1"/>
          <p:nvPr/>
        </p:nvSpPr>
        <p:spPr>
          <a:xfrm>
            <a:off x="2197207" y="5157400"/>
            <a:ext cx="1286111" cy="20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Компания</a:t>
            </a:r>
          </a:p>
        </p:txBody>
      </p:sp>
      <p:sp>
        <p:nvSpPr>
          <p:cNvPr id="107" name="TextBox 25"/>
          <p:cNvSpPr txBox="1"/>
          <p:nvPr/>
        </p:nvSpPr>
        <p:spPr>
          <a:xfrm>
            <a:off x="611284" y="6095899"/>
            <a:ext cx="1992459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Должность</a:t>
            </a:r>
          </a:p>
        </p:txBody>
      </p:sp>
      <p:sp>
        <p:nvSpPr>
          <p:cNvPr id="108" name="TextBox 26"/>
          <p:cNvSpPr txBox="1"/>
          <p:nvPr/>
        </p:nvSpPr>
        <p:spPr>
          <a:xfrm>
            <a:off x="608759" y="6300400"/>
            <a:ext cx="1286112" cy="20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2024 — 2024</a:t>
            </a:r>
          </a:p>
        </p:txBody>
      </p:sp>
      <p:sp>
        <p:nvSpPr>
          <p:cNvPr id="109" name="TextBox 27"/>
          <p:cNvSpPr txBox="1"/>
          <p:nvPr/>
        </p:nvSpPr>
        <p:spPr>
          <a:xfrm>
            <a:off x="609342" y="6522492"/>
            <a:ext cx="2774089" cy="5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Если ты уже получил опыт работы, напиши названия организаций, свою должность и краткую характеристику своих обязанностей.</a:t>
            </a:r>
          </a:p>
        </p:txBody>
      </p:sp>
      <p:sp>
        <p:nvSpPr>
          <p:cNvPr id="110" name="TextBox 28"/>
          <p:cNvSpPr txBox="1"/>
          <p:nvPr/>
        </p:nvSpPr>
        <p:spPr>
          <a:xfrm>
            <a:off x="2197207" y="6300400"/>
            <a:ext cx="1286111" cy="202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Компания</a:t>
            </a:r>
          </a:p>
        </p:txBody>
      </p:sp>
      <p:sp>
        <p:nvSpPr>
          <p:cNvPr id="111" name="TextBox 29"/>
          <p:cNvSpPr txBox="1"/>
          <p:nvPr/>
        </p:nvSpPr>
        <p:spPr>
          <a:xfrm>
            <a:off x="3799456" y="3124980"/>
            <a:ext cx="1992457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Навыки</a:t>
            </a:r>
          </a:p>
        </p:txBody>
      </p:sp>
      <p:sp>
        <p:nvSpPr>
          <p:cNvPr id="112" name="TextBox 30"/>
          <p:cNvSpPr txBox="1"/>
          <p:nvPr/>
        </p:nvSpPr>
        <p:spPr>
          <a:xfrm>
            <a:off x="3785656" y="3489469"/>
            <a:ext cx="1667545" cy="5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Укажи навыки, которые пригодятся в работе </a:t>
            </a:r>
            <a:br/>
            <a:r>
              <a:t>на желаемой должности.</a:t>
            </a:r>
          </a:p>
        </p:txBody>
      </p:sp>
      <p:sp>
        <p:nvSpPr>
          <p:cNvPr id="113" name="TextBox 31"/>
          <p:cNvSpPr txBox="1"/>
          <p:nvPr/>
        </p:nvSpPr>
        <p:spPr>
          <a:xfrm>
            <a:off x="3793150" y="4043466"/>
            <a:ext cx="1286112" cy="1471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1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2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3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4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5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6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t>Навык 7</a:t>
            </a:r>
          </a:p>
        </p:txBody>
      </p:sp>
      <p:sp>
        <p:nvSpPr>
          <p:cNvPr id="114" name="РЕЗЮМЕ"/>
          <p:cNvSpPr txBox="1"/>
          <p:nvPr>
            <p:ph type="ctrTitle"/>
          </p:nvPr>
        </p:nvSpPr>
        <p:spPr>
          <a:xfrm>
            <a:off x="207488" y="181614"/>
            <a:ext cx="2462391" cy="563909"/>
          </a:xfrm>
          <a:prstGeom prst="rect">
            <a:avLst/>
          </a:prstGeom>
          <a:solidFill>
            <a:srgbClr val="B6A3FF"/>
          </a:solidFill>
        </p:spPr>
        <p:txBody>
          <a:bodyPr lIns="0" tIns="0" rIns="0" bIns="0" anchor="ctr"/>
          <a:lstStyle>
            <a:lvl1pPr defTabSz="1828800">
              <a:lnSpc>
                <a:spcPct val="100000"/>
              </a:lnSpc>
              <a:defRPr sz="4000">
                <a:solidFill>
                  <a:srgbClr val="201B10"/>
                </a:solidFill>
              </a:defRPr>
            </a:lvl1pPr>
          </a:lstStyle>
          <a:p>
            <a:pPr/>
            <a:r>
              <a:t>РЕЗЮМЕ</a:t>
            </a:r>
          </a:p>
        </p:txBody>
      </p:sp>
      <p:pic>
        <p:nvPicPr>
          <p:cNvPr id="115" name="Рисунок 2" descr="Рисунок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55077" y="184220"/>
            <a:ext cx="2026864" cy="183765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14"/>
          <p:cNvSpPr txBox="1"/>
          <p:nvPr/>
        </p:nvSpPr>
        <p:spPr>
          <a:xfrm>
            <a:off x="2840327" y="1473983"/>
            <a:ext cx="1286113" cy="226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0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@telegram</a:t>
            </a:r>
          </a:p>
        </p:txBody>
      </p:sp>
      <p:grpSp>
        <p:nvGrpSpPr>
          <p:cNvPr id="119" name="НАПРАВЛЕНИЕ/ДОЛЖНОСТЬ"/>
          <p:cNvGrpSpPr/>
          <p:nvPr/>
        </p:nvGrpSpPr>
        <p:grpSpPr>
          <a:xfrm>
            <a:off x="194487" y="2602425"/>
            <a:ext cx="4426690" cy="386561"/>
            <a:chOff x="0" y="0"/>
            <a:chExt cx="4426689" cy="386560"/>
          </a:xfrm>
        </p:grpSpPr>
        <p:sp>
          <p:nvSpPr>
            <p:cNvPr id="117" name="Прямоугольник"/>
            <p:cNvSpPr/>
            <p:nvPr/>
          </p:nvSpPr>
          <p:spPr>
            <a:xfrm>
              <a:off x="0" y="-1"/>
              <a:ext cx="4426690" cy="386562"/>
            </a:xfrm>
            <a:prstGeom prst="rect">
              <a:avLst/>
            </a:prstGeom>
            <a:solidFill>
              <a:srgbClr val="B6A3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828800">
                <a:defRPr sz="2400">
                  <a:solidFill>
                    <a:srgbClr val="201B1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</a:p>
          </p:txBody>
        </p:sp>
        <p:sp>
          <p:nvSpPr>
            <p:cNvPr id="118" name="НАПРАВЛЕНИЕ/ДОЛЖНОСТЬ"/>
            <p:cNvSpPr txBox="1"/>
            <p:nvPr/>
          </p:nvSpPr>
          <p:spPr>
            <a:xfrm>
              <a:off x="0" y="20465"/>
              <a:ext cx="4426690" cy="345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800">
                <a:defRPr sz="2400">
                  <a:solidFill>
                    <a:srgbClr val="201B10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pPr/>
              <a:r>
                <a:t>НАПРАВЛЕНИЕ/ДОЛЖНОСТЬ</a:t>
              </a:r>
            </a:p>
          </p:txBody>
        </p:sp>
      </p:grpSp>
      <p:sp>
        <p:nvSpPr>
          <p:cNvPr id="120" name="TextBox 20"/>
          <p:cNvSpPr txBox="1"/>
          <p:nvPr/>
        </p:nvSpPr>
        <p:spPr>
          <a:xfrm>
            <a:off x="185538" y="7323311"/>
            <a:ext cx="1992458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Другое</a:t>
            </a:r>
          </a:p>
        </p:txBody>
      </p:sp>
      <p:sp>
        <p:nvSpPr>
          <p:cNvPr id="121" name="TextBox 27"/>
          <p:cNvSpPr txBox="1"/>
          <p:nvPr/>
        </p:nvSpPr>
        <p:spPr>
          <a:xfrm>
            <a:off x="609342" y="7755830"/>
            <a:ext cx="2774089" cy="785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/>
            <a:r>
              <a:t>Проекты, опыт работы, участия в активностях в ВУЗе, участия в кейс-чемпионатах, хакатонах, волонтерской деятельности. Курсы, повышение квалификации и другое</a:t>
            </a:r>
          </a:p>
        </p:txBody>
      </p:sp>
      <p:pic>
        <p:nvPicPr>
          <p:cNvPr id="12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995427" y="7190603"/>
            <a:ext cx="2164712" cy="1520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34359" y="796015"/>
            <a:ext cx="563911" cy="5639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